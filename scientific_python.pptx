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np.random.default_rng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(seed=1234)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2203123"/>
              <a:ext cx="3881311" cy="925071"/>
              <a:chOff x="3637248" y="4714111"/>
              <a:chExt cx="3881311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714111"/>
                <a:ext cx="427993" cy="46340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39" y="2329144"/>
            <a:ext cx="845616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figure,axes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subplots_kw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1102</TotalTime>
  <Words>7769</Words>
  <Application>Microsoft Office PowerPoint</Application>
  <PresentationFormat>Widescreen</PresentationFormat>
  <Paragraphs>1319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64</cp:revision>
  <dcterms:created xsi:type="dcterms:W3CDTF">2019-11-07T15:31:23Z</dcterms:created>
  <dcterms:modified xsi:type="dcterms:W3CDTF">2026-09-28T20:11:42Z</dcterms:modified>
</cp:coreProperties>
</file>