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378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37324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1421</TotalTime>
  <Words>7779</Words>
  <Application>Microsoft Office PowerPoint</Application>
  <PresentationFormat>Widescreen</PresentationFormat>
  <Paragraphs>1319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68</cp:revision>
  <dcterms:created xsi:type="dcterms:W3CDTF">2019-11-07T15:31:23Z</dcterms:created>
  <dcterms:modified xsi:type="dcterms:W3CDTF">2026-10-01T08:29:58Z</dcterms:modified>
</cp:coreProperties>
</file>