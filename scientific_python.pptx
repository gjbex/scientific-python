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6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36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58" r:id="rId71"/>
    <p:sldId id="352" r:id="rId72"/>
    <p:sldId id="353" r:id="rId73"/>
    <p:sldId id="354" r:id="rId74"/>
    <p:sldId id="357" r:id="rId75"/>
    <p:sldId id="355" r:id="rId76"/>
    <p:sldId id="356" r:id="rId77"/>
    <p:sldId id="330" r:id="rId78"/>
    <p:sldId id="320" r:id="rId79"/>
    <p:sldId id="321" r:id="rId80"/>
    <p:sldId id="322" r:id="rId81"/>
    <p:sldId id="323" r:id="rId82"/>
    <p:sldId id="324" r:id="rId83"/>
    <p:sldId id="328" r:id="rId84"/>
    <p:sldId id="325" r:id="rId85"/>
    <p:sldId id="326" r:id="rId86"/>
    <p:sldId id="327" r:id="rId87"/>
    <p:sldId id="329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36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91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37324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1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7871</Words>
  <Application>Microsoft Office PowerPoint</Application>
  <PresentationFormat>Widescreen</PresentationFormat>
  <Paragraphs>1337</Paragraphs>
  <Slides>104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Aggregation functions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70</cp:revision>
  <dcterms:created xsi:type="dcterms:W3CDTF">2019-11-07T15:31:23Z</dcterms:created>
  <dcterms:modified xsi:type="dcterms:W3CDTF">2026-10-06T03:46:21Z</dcterms:modified>
</cp:coreProperties>
</file>