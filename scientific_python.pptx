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81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2026-03-17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5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124DC5F2-CFE6-BA6E-32F3-F7A9FDFC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7880</Words>
  <Application>Microsoft Office PowerPoint</Application>
  <PresentationFormat>Widescreen</PresentationFormat>
  <Paragraphs>1315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59</cp:revision>
  <dcterms:created xsi:type="dcterms:W3CDTF">2019-11-07T15:31:23Z</dcterms:created>
  <dcterms:modified xsi:type="dcterms:W3CDTF">2026-03-17T12:56:07Z</dcterms:modified>
</cp:coreProperties>
</file>