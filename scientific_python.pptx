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62" r:id="rId53"/>
    <p:sldId id="363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58" r:id="rId73"/>
    <p:sldId id="352" r:id="rId74"/>
    <p:sldId id="353" r:id="rId75"/>
    <p:sldId id="354" r:id="rId76"/>
    <p:sldId id="357" r:id="rId77"/>
    <p:sldId id="355" r:id="rId78"/>
    <p:sldId id="356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62"/>
            <p14:sldId id="363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573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E6382-B558-410B-BE26-2F45B362B315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9EF35-53F8-42CF-B908-89558C72D295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E4A8B-C668-4D6B-B74A-4F571AFCA9E4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70B56-43CA-4A24-8B99-4A1DC6C7B63B}" type="datetime1">
              <a:rPr lang="en-US" smtClean="0"/>
              <a:t>2026-10-26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59982-DAF7-45B7-87DB-AA9B357D5854}" type="datetime1">
              <a:rPr lang="en-US" smtClean="0"/>
              <a:t>2026-10-26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82B77-0287-45B9-9595-4D5AAD98D5EB}" type="datetime1">
              <a:rPr lang="en-US" smtClean="0"/>
              <a:t>2026-10-26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5C8D-72F5-471E-86FA-21AF44DD28D3}" type="datetime1">
              <a:rPr lang="en-US" smtClean="0"/>
              <a:t>2026-10-26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4D13A-D72D-4A9D-A00D-7BB73F5C792D}" type="datetime1">
              <a:rPr lang="en-US" smtClean="0"/>
              <a:t>2026-10-26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A730AC-0DD1-439C-9FC1-62AF621DFC27}" type="datetime1">
              <a:rPr lang="en-US" smtClean="0"/>
              <a:t>2026-10-26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DA5FC-3B4C-4A23-9F2A-504875D67435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5B659-CF10-45D7-AF24-BFD8A733354D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EB3A90-0B03-48B6-B76D-C2AFE3CBD770}" type="datetime1">
              <a:rPr lang="en-US" smtClean="0"/>
              <a:t>2026-10-26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5.bin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51E3EF-697C-08AD-39CB-CD083ECB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9159F7-D3D1-48C7-6528-36298A055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3EE5BF8-CCDF-50A0-F826-A5BC791F0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73384-A8E5-B84E-8B0C-17F7F29C1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3B84-3E49-8908-D1BF-BBA5DCF5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data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13796-161C-F585-4D6F-B9E7B3BF35AF}"/>
              </a:ext>
            </a:extLst>
          </p:cNvPr>
          <p:cNvSpPr txBox="1"/>
          <p:nvPr/>
        </p:nvSpPr>
        <p:spPr>
          <a:xfrm>
            <a:off x="838200" y="2012103"/>
            <a:ext cx="9696885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1001)</a:t>
            </a:r>
          </a:p>
          <a:p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([0.0, 0.1, 0.3])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np.stack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 + \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0.1*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+ 0.7)*t)*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D7900B-D8ED-6C0B-3802-23D448CC23C5}"/>
              </a:ext>
            </a:extLst>
          </p:cNvPr>
          <p:cNvGrpSpPr/>
          <p:nvPr/>
        </p:nvGrpSpPr>
        <p:grpSpPr>
          <a:xfrm>
            <a:off x="758738" y="3856959"/>
            <a:ext cx="2541593" cy="1845947"/>
            <a:chOff x="6242712" y="2651240"/>
            <a:chExt cx="2541593" cy="18459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073992-3D23-E58E-D9E6-38022B21DB88}"/>
                </a:ext>
              </a:extLst>
            </p:cNvPr>
            <p:cNvSpPr txBox="1"/>
            <p:nvPr/>
          </p:nvSpPr>
          <p:spPr>
            <a:xfrm>
              <a:off x="6242712" y="3296858"/>
              <a:ext cx="254159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2 × 3 × 1001 array,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0: functions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1: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2: time values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34F1159-F349-356B-A7CF-218A7F562DAE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728818" y="2651240"/>
              <a:ext cx="784691" cy="64561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C48E66-9795-0E7D-2885-DEEA914CB9DA}"/>
              </a:ext>
            </a:extLst>
          </p:cNvPr>
          <p:cNvGrpSpPr/>
          <p:nvPr/>
        </p:nvGrpSpPr>
        <p:grpSpPr>
          <a:xfrm>
            <a:off x="8130713" y="3835158"/>
            <a:ext cx="1937966" cy="1314107"/>
            <a:chOff x="6242712" y="2352083"/>
            <a:chExt cx="1937966" cy="13141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CA557A-9583-16CE-6E83-F2DB71BCAB4D}"/>
                </a:ext>
              </a:extLst>
            </p:cNvPr>
            <p:cNvSpPr txBox="1"/>
            <p:nvPr/>
          </p:nvSpPr>
          <p:spPr>
            <a:xfrm>
              <a:off x="6242712" y="3296858"/>
              <a:ext cx="1937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broadcast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635655-6937-6EF9-E96A-C9950EA7A51A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7211695" y="2352083"/>
              <a:ext cx="727592" cy="9447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82B9FD3E-2AC3-E7C5-83D9-80205D504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2096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674C7-E054-2306-1C82-F84C7A083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0DC8-996B-77AD-8665-6E3BD03EB0D2}"/>
              </a:ext>
            </a:extLst>
          </p:cNvPr>
          <p:cNvSpPr txBox="1"/>
          <p:nvPr/>
        </p:nvSpPr>
        <p:spPr>
          <a:xfrm>
            <a:off x="1262238" y="1586802"/>
            <a:ext cx="4871847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=(10, 3),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layout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constrained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np.ndindex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axes.shape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].plot(t, Y[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3D5B3-2FF0-7521-CF28-5D18B3763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426" y="4002715"/>
            <a:ext cx="7251569" cy="217547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8CCB882-5978-EA3D-AE33-D7F7C9D19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5994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another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2811</TotalTime>
  <Words>7264</Words>
  <Application>Microsoft Office PowerPoint</Application>
  <PresentationFormat>Widescreen</PresentationFormat>
  <Paragraphs>1230</Paragraphs>
  <Slides>96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96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Multiple plots data</vt:lpstr>
      <vt:lpstr>Multiple plots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h5py</vt:lpstr>
      <vt:lpstr>HDF5: what is it?</vt:lpstr>
      <vt:lpstr>HDF5 data</vt:lpstr>
      <vt:lpstr>HDF5 storage</vt:lpstr>
      <vt:lpstr>HDF5: how to use it?</vt:lpstr>
      <vt:lpstr>Importing modules</vt:lpstr>
      <vt:lpstr>Open &amp; close HDF5 file</vt:lpstr>
      <vt:lpstr>Creating a group</vt:lpstr>
      <vt:lpstr>Adding a dataset</vt:lpstr>
      <vt:lpstr>Adding another 2D array</vt:lpstr>
      <vt:lpstr>Annotations</vt:lpstr>
      <vt:lpstr>Reading an array </vt:lpstr>
      <vt:lpstr>HDF5 command line utilities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88</cp:revision>
  <dcterms:created xsi:type="dcterms:W3CDTF">2019-11-07T15:31:23Z</dcterms:created>
  <dcterms:modified xsi:type="dcterms:W3CDTF">2026-10-26T11:12:58Z</dcterms:modified>
</cp:coreProperties>
</file>