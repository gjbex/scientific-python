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35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66" d="100"/>
          <a:sy n="66" d="100"/>
        </p:scale>
        <p:origin x="62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572951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3881311" cy="1202070"/>
              <a:chOff x="3637248" y="4437112"/>
              <a:chExt cx="3881311" cy="1202070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74040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 on 32-bit,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r>
              <a:rPr lang="en-US" dirty="0"/>
              <a:t> on 64-bit architecture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integers)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, np.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/>
              <a:t>, i.e., double precision</a:t>
            </a:r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/>
              <a:t>, i.e., double precision</a:t>
            </a:r>
          </a:p>
          <a:p>
            <a:r>
              <a:rPr lang="en-US" dirty="0"/>
              <a:t>Boolean values: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np.bool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many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931909"/>
            <a:ext cx="758468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ode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ode(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set_integrator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('dopri5')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ode_sys.set_initial_value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([theta0, omega0], t0)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ode_sys.set_f_params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ode_sys.set_jac_params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ode_sys.successful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and ode_sys.t &lt;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(ode_sys.t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print(ode_sys.t,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[1])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8400257" y="2422630"/>
            <a:ext cx="2007409" cy="1078379"/>
            <a:chOff x="6876256" y="2422629"/>
            <a:chExt cx="2007409" cy="1078379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stCxn id="6" idx="2"/>
            </p:cNvCxnSpPr>
            <p:nvPr/>
          </p:nvCxnSpPr>
          <p:spPr>
            <a:xfrm flipH="1">
              <a:off x="7236296" y="3068960"/>
              <a:ext cx="643665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57301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473398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40" y="2282487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mpl_toolkits.mplot3d import Axes3D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import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693972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figure.gca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='3d')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7880</Words>
  <Application>Microsoft Office PowerPoint</Application>
  <PresentationFormat>Widescreen</PresentationFormat>
  <Paragraphs>1315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60</cp:revision>
  <dcterms:created xsi:type="dcterms:W3CDTF">2019-11-07T15:31:23Z</dcterms:created>
  <dcterms:modified xsi:type="dcterms:W3CDTF">2026-03-24T15:25:46Z</dcterms:modified>
</cp:coreProperties>
</file>