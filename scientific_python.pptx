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8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62" r:id="rId53"/>
    <p:sldId id="363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58" r:id="rId73"/>
    <p:sldId id="352" r:id="rId74"/>
    <p:sldId id="353" r:id="rId75"/>
    <p:sldId id="354" r:id="rId76"/>
    <p:sldId id="357" r:id="rId77"/>
    <p:sldId id="355" r:id="rId78"/>
    <p:sldId id="356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62"/>
            <p14:sldId id="363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573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wmf"/><Relationship Id="rId4" Type="http://schemas.openxmlformats.org/officeDocument/2006/relationships/oleObject" Target="../embeddings/oleObject5.bin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2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Create figure/axis, add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708819" y="2538461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8819" y="3820590"/>
            <a:ext cx="4197927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Figure, axis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08819" y="5102719"/>
            <a:ext cx="419792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08818" y="6176963"/>
            <a:ext cx="419792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769" y="2332361"/>
            <a:ext cx="54232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1770" y="4436523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6089792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59474" y="2432310"/>
            <a:ext cx="36311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9475" y="3995042"/>
            <a:ext cx="3631122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2064122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285011" y="5332459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72347" y="2368807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2347" y="3887558"/>
            <a:ext cx="432041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bins,density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='$x$',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='$P(x)$',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21543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7327043" y="3073198"/>
            <a:ext cx="3064311" cy="31037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612868" y="2431633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949217-192E-FD38-D73F-EB1AA5DF4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539" y="3396366"/>
            <a:ext cx="3887378" cy="291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3B84-3E49-8908-D1BF-BBA5DCF5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 I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8944B-797E-FD7B-0947-78EB3A95B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data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513796-161C-F585-4D6F-B9E7B3BF35AF}"/>
              </a:ext>
            </a:extLst>
          </p:cNvPr>
          <p:cNvSpPr txBox="1"/>
          <p:nvPr/>
        </p:nvSpPr>
        <p:spPr>
          <a:xfrm>
            <a:off x="838200" y="2367108"/>
            <a:ext cx="9696885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1001)</a:t>
            </a:r>
          </a:p>
          <a:p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([0.0, 0.1, 0.3])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np.stack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 + \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0.1*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+ 0.7)*t)*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4D7900B-D8ED-6C0B-3802-23D448CC23C5}"/>
              </a:ext>
            </a:extLst>
          </p:cNvPr>
          <p:cNvGrpSpPr/>
          <p:nvPr/>
        </p:nvGrpSpPr>
        <p:grpSpPr>
          <a:xfrm>
            <a:off x="758738" y="4211964"/>
            <a:ext cx="2541593" cy="1845947"/>
            <a:chOff x="6242712" y="2651240"/>
            <a:chExt cx="2541593" cy="184594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7073992-3D23-E58E-D9E6-38022B21DB88}"/>
                </a:ext>
              </a:extLst>
            </p:cNvPr>
            <p:cNvSpPr txBox="1"/>
            <p:nvPr/>
          </p:nvSpPr>
          <p:spPr>
            <a:xfrm>
              <a:off x="6242712" y="3296858"/>
              <a:ext cx="254159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2 × 3 × 1001 array,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0: functions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1: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2: time values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34F1159-F349-356B-A7CF-218A7F562DAE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6728818" y="2651240"/>
              <a:ext cx="784691" cy="64561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C48E66-9795-0E7D-2885-DEEA914CB9DA}"/>
              </a:ext>
            </a:extLst>
          </p:cNvPr>
          <p:cNvGrpSpPr/>
          <p:nvPr/>
        </p:nvGrpSpPr>
        <p:grpSpPr>
          <a:xfrm>
            <a:off x="8130713" y="4190163"/>
            <a:ext cx="1937966" cy="1314107"/>
            <a:chOff x="6242712" y="2352083"/>
            <a:chExt cx="1937966" cy="131410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5CA557A-9583-16CE-6E83-F2DB71BCAB4D}"/>
                </a:ext>
              </a:extLst>
            </p:cNvPr>
            <p:cNvSpPr txBox="1"/>
            <p:nvPr/>
          </p:nvSpPr>
          <p:spPr>
            <a:xfrm>
              <a:off x="6242712" y="3296858"/>
              <a:ext cx="1937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broadcast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4635655-6937-6EF9-E96A-C9950EA7A51A}"/>
                </a:ext>
              </a:extLst>
            </p:cNvPr>
            <p:cNvCxnSpPr>
              <a:cxnSpLocks/>
              <a:stCxn id="13" idx="0"/>
            </p:cNvCxnSpPr>
            <p:nvPr/>
          </p:nvCxnSpPr>
          <p:spPr>
            <a:xfrm flipV="1">
              <a:off x="7211695" y="2352083"/>
              <a:ext cx="727592" cy="9447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096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674C7-E054-2306-1C82-F84C7A083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 II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455FB-2BEC-8B36-7229-54A622833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data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30DC8-996B-77AD-8665-6E3BD03EB0D2}"/>
              </a:ext>
            </a:extLst>
          </p:cNvPr>
          <p:cNvSpPr txBox="1"/>
          <p:nvPr/>
        </p:nvSpPr>
        <p:spPr>
          <a:xfrm>
            <a:off x="1262238" y="2350597"/>
            <a:ext cx="4871847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=(10, 3),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layout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constrained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np.ndindex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axes.shape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].plot(t, Y[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13D5B3-2FF0-7521-CF28-5D18B3763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426" y="4508324"/>
            <a:ext cx="7251569" cy="2175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40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1795</TotalTime>
  <Words>7257</Words>
  <Application>Microsoft Office PowerPoint</Application>
  <PresentationFormat>Widescreen</PresentationFormat>
  <Paragraphs>1226</Paragraphs>
  <Slides>96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96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</vt:lpstr>
      <vt:lpstr>Multiple plots I</vt:lpstr>
      <vt:lpstr>Multiple plots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h5py</vt:lpstr>
      <vt:lpstr>HDF5: what is it?</vt:lpstr>
      <vt:lpstr>HDF5 data</vt:lpstr>
      <vt:lpstr>HDF5 storage</vt:lpstr>
      <vt:lpstr>HDF5: how to use it?</vt:lpstr>
      <vt:lpstr>Importing modules</vt:lpstr>
      <vt:lpstr>Open &amp; close HDF5 file</vt:lpstr>
      <vt:lpstr>Creating a group</vt:lpstr>
      <vt:lpstr>Adding a dataset</vt:lpstr>
      <vt:lpstr>Adding an 2D array</vt:lpstr>
      <vt:lpstr>Annotations</vt:lpstr>
      <vt:lpstr>Reading an array </vt:lpstr>
      <vt:lpstr>HDF5 command line utilities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83</cp:revision>
  <dcterms:created xsi:type="dcterms:W3CDTF">2019-11-07T15:31:23Z</dcterms:created>
  <dcterms:modified xsi:type="dcterms:W3CDTF">2026-10-07T14:26:22Z</dcterms:modified>
</cp:coreProperties>
</file>