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6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36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58" r:id="rId71"/>
    <p:sldId id="352" r:id="rId72"/>
    <p:sldId id="353" r:id="rId73"/>
    <p:sldId id="354" r:id="rId74"/>
    <p:sldId id="357" r:id="rId75"/>
    <p:sldId id="355" r:id="rId76"/>
    <p:sldId id="356" r:id="rId77"/>
    <p:sldId id="330" r:id="rId78"/>
    <p:sldId id="320" r:id="rId79"/>
    <p:sldId id="321" r:id="rId80"/>
    <p:sldId id="322" r:id="rId81"/>
    <p:sldId id="323" r:id="rId82"/>
    <p:sldId id="324" r:id="rId83"/>
    <p:sldId id="328" r:id="rId84"/>
    <p:sldId id="325" r:id="rId85"/>
    <p:sldId id="326" r:id="rId86"/>
    <p:sldId id="327" r:id="rId87"/>
    <p:sldId id="329" r:id="rId88"/>
    <p:sldId id="331" r:id="rId89"/>
    <p:sldId id="332" r:id="rId90"/>
    <p:sldId id="333" r:id="rId91"/>
    <p:sldId id="334" r:id="rId92"/>
    <p:sldId id="335" r:id="rId93"/>
    <p:sldId id="336" r:id="rId94"/>
    <p:sldId id="337" r:id="rId95"/>
    <p:sldId id="338" r:id="rId96"/>
    <p:sldId id="339" r:id="rId97"/>
    <p:sldId id="340" r:id="rId98"/>
    <p:sldId id="341" r:id="rId99"/>
    <p:sldId id="342" r:id="rId100"/>
    <p:sldId id="343" r:id="rId101"/>
    <p:sldId id="344" r:id="rId102"/>
    <p:sldId id="345" r:id="rId103"/>
    <p:sldId id="346" r:id="rId104"/>
    <p:sldId id="347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36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np.random.default_rng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(seed=1234)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2203123"/>
              <a:ext cx="3881311" cy="925071"/>
              <a:chOff x="3637248" y="4714111"/>
              <a:chExt cx="3881311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714111"/>
                <a:ext cx="427993" cy="46340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37324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2D array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2473621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2086817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95596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4001294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88179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881795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942568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942568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1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39" y="2329144"/>
            <a:ext cx="845616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figure,axes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1456</TotalTime>
  <Words>7874</Words>
  <Application>Microsoft Office PowerPoint</Application>
  <PresentationFormat>Widescreen</PresentationFormat>
  <Paragraphs>1340</Paragraphs>
  <Slides>104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104</vt:i4>
      </vt:variant>
    </vt:vector>
  </HeadingPairs>
  <TitlesOfParts>
    <vt:vector size="113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Aggregation functions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69</cp:revision>
  <dcterms:created xsi:type="dcterms:W3CDTF">2019-11-07T15:31:23Z</dcterms:created>
  <dcterms:modified xsi:type="dcterms:W3CDTF">2026-10-06T03:41:22Z</dcterms:modified>
</cp:coreProperties>
</file>